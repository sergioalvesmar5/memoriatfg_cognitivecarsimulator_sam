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CF6D1-7075-8FB9-135E-40B71C485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38122A-9099-1D29-1B76-5312C79CFE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746E4D-7E9C-3B3B-7975-99B305B46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4B7C1C-359F-8877-E792-6D22B9426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7DCE84-5B0D-CC97-1951-D9B07476A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06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B9948-945E-C698-8DCA-5A8AF4DA5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FE8C7-2E75-6311-242D-5766F9A84A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8435F-09EE-ABDB-E62A-3C5E5EFB4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1CB2E7-0BC8-0BB6-408D-4D62AECB4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CE538-400E-67CD-B8D5-3BB7B12C9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382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1D47D-9C8D-2990-9D17-B16ED9EEB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C2F2A-62DC-BC1E-D4DA-E03C4FB98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EB4FA-FE00-DBE2-72A9-FF5B7EE58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73D45-5235-8361-C41A-4B80E9F1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F49C2-3E13-6528-149A-EF018DA6D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709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F7B6F-9246-520A-0047-FBDB491E5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89603-B7E4-6CF7-5BC1-DE25A9CC36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1EB987-1139-55F7-A339-F17353B445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79A44-6790-95BB-CC9B-7E859B238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A7E8D6-2F33-2B59-B1CF-A13757B22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9D86DD-A40D-A383-8D80-61DD40E89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219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0219-9518-691B-B8CB-1BF054AA4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C2573-5DD4-5B55-013F-D4FD783F0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B480A-A695-2FB8-4BB6-8393509E83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1B6200-22D5-C3F6-7F98-DCAA55C67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DD552A-0F1D-D98C-114C-D38A3BF3C1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C750E8-D925-007E-36B5-AA2493D83E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827052-00A4-E3F2-6867-3A4C1934A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B80E29-39CC-48B1-47B9-A03EACC6E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1311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1AE85-9C7F-6837-472B-65FEC56BA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CE3235-EA55-53EE-6BEC-21D9BEAA6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5132D5-B455-FBA8-6BC5-D1AB92C5C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58F4D6-DF7A-D7DD-007E-392B93DA0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6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192A6C-E6D1-E363-BD38-5F0304F6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01E01F-CF09-5347-417A-AE6AC584C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C8B4E-97A6-C085-A6C9-F693EC75E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5660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79E62-45CE-84C2-BAE7-0E81F2B73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A1886-28F9-7389-27EF-5FF0ED9AC5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1F7549-D296-67DE-DDE0-584C9EE5F2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550147-C579-0805-71BF-DA28439D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E32976-813E-D4D0-5B9E-0A607537F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AC2E2-EA6A-B0E8-A323-DC97412EF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27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659DA-7755-F6C9-F3A7-8594AF2B9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6C76D82-BE18-E8CB-FD57-772F632CAA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7E288A-9AD8-02DD-D91F-8CC02F619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D07B0-A017-FDFC-43DC-90C52ADC9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2CA9B4-9D01-91B4-1AC6-D5D5FDF6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C74BB5-DD4E-1FA7-CC6E-07D6B4EC6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247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D2C82-B28A-8A15-9C4C-75E6AA03E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0E40A9-9E98-A0C2-6DF0-3DD3371A9E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058BD-2121-EB71-39A9-4095E0356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C7355D-502F-2E59-DE85-084BA239E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54661-29FA-FD29-1F16-3A3D7692A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85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552CB1-817F-1647-3C57-9E9EB5F0D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2D1645-5E69-D327-7EDA-2C2377C6F4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FD181-07DD-1B0A-45C5-CCFFFB8E4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0475FE-EB2A-4005-6B02-2485C36B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290B8-5F6A-6542-5F5C-6C052BB9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979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5135EE-55EA-2075-AF26-FF906FA4D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9572D-84DC-9E11-2CA5-1952EB7B14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5CB84-93CB-0F64-DBAA-22E8C138D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6861CF-7A9A-4C6A-96F9-46FC1142199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54F977-DB8E-AE07-8036-DC48CD6ACD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8BC42-7AD8-7651-2886-57432AB1E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F658E6-6E59-4299-9134-D73B612E0634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703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4A57-3C09-953F-400A-B388FEA6C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6836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ES" dirty="0"/>
              <a:t>Modelo IA Vehículos Y Perfiles Reunión Planificadora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D77B8-F5C2-ACD6-77FA-9A71E8467E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CognitiveCarSimulator Reloaded - 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52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93AB5-580E-2EAF-9402-706113111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/>
              <a:t>PUNTOS POR TRATAR: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84209A-ACD5-742F-061A-ED8043AE603F}"/>
              </a:ext>
            </a:extLst>
          </p:cNvPr>
          <p:cNvSpPr txBox="1"/>
          <p:nvPr/>
        </p:nvSpPr>
        <p:spPr>
          <a:xfrm>
            <a:off x="1087120" y="2113280"/>
            <a:ext cx="104444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3600" dirty="0"/>
              <a:t>NÚMERO DE PERFILES, CARACTERÍSTICAS Y PECULIARIDADES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3600" dirty="0"/>
              <a:t>INPUTS DEL MODELO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3600" dirty="0"/>
              <a:t>OUTPUTS</a:t>
            </a:r>
          </a:p>
        </p:txBody>
      </p:sp>
    </p:spTree>
    <p:extLst>
      <p:ext uri="{BB962C8B-B14F-4D97-AF65-F5344CB8AC3E}">
        <p14:creationId xmlns:p14="http://schemas.microsoft.com/office/powerpoint/2010/main" val="202450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10DDC-2D47-987D-BCF7-7301BB43E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/>
              <a:t>NÚMERO DE PERFILES, CARACTERÍSTICAS Y PECULIARIDADES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FD424-12F5-0ED2-F123-5D9456158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10515600" cy="4565650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4000" dirty="0"/>
              <a:t>AGRESIVO/TEMERARIO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¿Se </a:t>
            </a:r>
            <a:r>
              <a:rPr lang="es-ES" sz="3600" dirty="0"/>
              <a:t>saltará</a:t>
            </a:r>
            <a:r>
              <a:rPr lang="en-US" sz="3600" dirty="0"/>
              <a:t> las </a:t>
            </a:r>
            <a:r>
              <a:rPr lang="es-ES" sz="3600" dirty="0"/>
              <a:t>normas</a:t>
            </a:r>
            <a:r>
              <a:rPr lang="en-US" sz="36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</a:t>
            </a:r>
            <a:r>
              <a:rPr lang="es-ES" sz="3200" dirty="0"/>
              <a:t>Cuales</a:t>
            </a:r>
            <a:r>
              <a:rPr lang="en-US" sz="3200" dirty="0"/>
              <a:t> </a:t>
            </a:r>
            <a:r>
              <a:rPr lang="es-ES" sz="3200" dirty="0"/>
              <a:t>sí</a:t>
            </a:r>
            <a:r>
              <a:rPr lang="en-US" sz="3200" dirty="0"/>
              <a:t> y </a:t>
            </a:r>
            <a:r>
              <a:rPr lang="es-ES" sz="3200" dirty="0"/>
              <a:t>cuales</a:t>
            </a:r>
            <a:r>
              <a:rPr lang="en-US" sz="3200" dirty="0"/>
              <a:t> no? 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¿De </a:t>
            </a:r>
            <a:r>
              <a:rPr lang="es-ES" sz="3200" dirty="0"/>
              <a:t>qué</a:t>
            </a:r>
            <a:r>
              <a:rPr lang="en-US" sz="3200" dirty="0"/>
              <a:t> forma?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¿Tipo de </a:t>
            </a:r>
            <a:r>
              <a:rPr lang="es-ES" sz="3600" dirty="0"/>
              <a:t>frenada</a:t>
            </a:r>
            <a:r>
              <a:rPr lang="en-US" sz="3600" dirty="0"/>
              <a:t>?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</a:t>
            </a:r>
            <a:r>
              <a:rPr lang="es-ES" sz="3600" dirty="0"/>
              <a:t>Adelantará</a:t>
            </a:r>
            <a:r>
              <a:rPr lang="en-US" sz="3600" dirty="0"/>
              <a:t> </a:t>
            </a:r>
            <a:r>
              <a:rPr lang="es-ES" sz="3600" dirty="0"/>
              <a:t>siempre</a:t>
            </a:r>
            <a:r>
              <a:rPr lang="en-US" sz="3600" dirty="0"/>
              <a:t> que </a:t>
            </a:r>
            <a:r>
              <a:rPr lang="es-ES" sz="3600" dirty="0"/>
              <a:t>pueda</a:t>
            </a:r>
            <a:r>
              <a:rPr lang="en-US" sz="36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¿Y </a:t>
            </a:r>
            <a:r>
              <a:rPr lang="es-PR" sz="3200" dirty="0"/>
              <a:t>si</a:t>
            </a:r>
            <a:r>
              <a:rPr lang="en-US" sz="3200" dirty="0"/>
              <a:t> </a:t>
            </a:r>
            <a:r>
              <a:rPr lang="es-ES" sz="3200" dirty="0"/>
              <a:t>viene</a:t>
            </a:r>
            <a:r>
              <a:rPr lang="en-US" sz="3200" dirty="0"/>
              <a:t> un coche de </a:t>
            </a:r>
            <a:r>
              <a:rPr lang="es-ES" sz="3200" dirty="0"/>
              <a:t>frente</a:t>
            </a:r>
            <a:r>
              <a:rPr lang="en-US" sz="32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¿Y </a:t>
            </a:r>
            <a:r>
              <a:rPr lang="es-ES" sz="3200" dirty="0"/>
              <a:t>si</a:t>
            </a:r>
            <a:r>
              <a:rPr lang="en-US" sz="3200" dirty="0"/>
              <a:t> hay línea continua?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¿Distancia de seguridad con el de </a:t>
            </a:r>
            <a:r>
              <a:rPr lang="en-US" sz="3600" dirty="0" err="1"/>
              <a:t>delante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35075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BF24-F732-4397-97E8-B66453EE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BBFB1-65F6-6D9D-D196-2B20E183C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/>
              <a:t>NÚMERO DE PERFILES, CARACTERÍSTICAS Y PECULIARIDADES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7913-E4FC-9666-1A75-D4D614F90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10515600" cy="4565650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4000" dirty="0"/>
              <a:t>INSEGURO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¿Tipo de </a:t>
            </a:r>
            <a:r>
              <a:rPr lang="es-ES" sz="3600" dirty="0"/>
              <a:t>frenada</a:t>
            </a:r>
            <a:r>
              <a:rPr lang="en-US" sz="36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</a:t>
            </a:r>
            <a:r>
              <a:rPr lang="en-US" sz="3200" dirty="0" err="1"/>
              <a:t>Será</a:t>
            </a:r>
            <a:r>
              <a:rPr lang="en-US" sz="3200" dirty="0"/>
              <a:t> </a:t>
            </a:r>
            <a:r>
              <a:rPr lang="en-US" sz="3200" dirty="0" err="1"/>
              <a:t>repentina</a:t>
            </a:r>
            <a:r>
              <a:rPr lang="en-US" sz="3200" dirty="0"/>
              <a:t>? ¿O </a:t>
            </a:r>
            <a:r>
              <a:rPr lang="en-US" sz="3200" dirty="0" err="1"/>
              <a:t>prudente</a:t>
            </a:r>
            <a:r>
              <a:rPr lang="en-US" sz="32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¿Y </a:t>
            </a:r>
            <a:r>
              <a:rPr lang="en-US" sz="3200" dirty="0" err="1"/>
              <a:t>si</a:t>
            </a:r>
            <a:r>
              <a:rPr lang="en-US" sz="3200" dirty="0"/>
              <a:t> </a:t>
            </a:r>
            <a:r>
              <a:rPr lang="en-US" sz="3200" dirty="0" err="1"/>
              <a:t>frena</a:t>
            </a:r>
            <a:r>
              <a:rPr lang="en-US" sz="3200" dirty="0"/>
              <a:t> </a:t>
            </a:r>
            <a:r>
              <a:rPr lang="en-US" sz="3200" dirty="0" err="1"/>
              <a:t>demasiado</a:t>
            </a:r>
            <a:r>
              <a:rPr lang="en-US" sz="3200" dirty="0"/>
              <a:t> pronto?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</a:t>
            </a:r>
            <a:r>
              <a:rPr lang="es-ES" sz="3600" dirty="0"/>
              <a:t>Adelantará</a:t>
            </a:r>
            <a:r>
              <a:rPr lang="en-US" sz="36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¿Y </a:t>
            </a:r>
            <a:r>
              <a:rPr lang="es-PR" sz="3200" dirty="0"/>
              <a:t>si</a:t>
            </a:r>
            <a:r>
              <a:rPr lang="en-US" sz="3200" dirty="0"/>
              <a:t> </a:t>
            </a:r>
            <a:r>
              <a:rPr lang="es-ES" sz="3200" dirty="0"/>
              <a:t>viene</a:t>
            </a:r>
            <a:r>
              <a:rPr lang="en-US" sz="3200" dirty="0"/>
              <a:t> un coche de </a:t>
            </a:r>
            <a:r>
              <a:rPr lang="es-ES" sz="3200" dirty="0"/>
              <a:t>frente</a:t>
            </a:r>
            <a:r>
              <a:rPr lang="en-US" sz="32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¿Hasta que </a:t>
            </a:r>
            <a:r>
              <a:rPr lang="en-US" sz="3200" dirty="0" err="1"/>
              <a:t>velocidad</a:t>
            </a:r>
            <a:r>
              <a:rPr lang="en-US" sz="3200" dirty="0"/>
              <a:t> </a:t>
            </a:r>
            <a:r>
              <a:rPr lang="en-US" sz="3200" dirty="0" err="1"/>
              <a:t>puede</a:t>
            </a:r>
            <a:r>
              <a:rPr lang="en-US" sz="3200" dirty="0"/>
              <a:t> </a:t>
            </a:r>
            <a:r>
              <a:rPr lang="en-US" sz="3200" dirty="0" err="1"/>
              <a:t>llegar</a:t>
            </a:r>
            <a:r>
              <a:rPr lang="en-US" sz="32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/>
              <a:t>¿Sabe </a:t>
            </a:r>
            <a:r>
              <a:rPr lang="en-US" sz="3200" dirty="0" err="1"/>
              <a:t>acelerar</a:t>
            </a:r>
            <a:r>
              <a:rPr lang="en-US" sz="3200" dirty="0"/>
              <a:t> </a:t>
            </a:r>
            <a:r>
              <a:rPr lang="en-US" sz="3200" dirty="0" err="1"/>
              <a:t>rápido</a:t>
            </a:r>
            <a:r>
              <a:rPr lang="en-US" sz="3200" dirty="0"/>
              <a:t> y </a:t>
            </a:r>
            <a:r>
              <a:rPr lang="en-US" sz="3200" dirty="0" err="1"/>
              <a:t>controlar</a:t>
            </a:r>
            <a:r>
              <a:rPr lang="en-US" sz="3200" dirty="0"/>
              <a:t> </a:t>
            </a:r>
            <a:r>
              <a:rPr lang="en-US" sz="3200" dirty="0" err="1"/>
              <a:t>el</a:t>
            </a:r>
            <a:r>
              <a:rPr lang="en-US" sz="3200" dirty="0"/>
              <a:t> </a:t>
            </a:r>
            <a:r>
              <a:rPr lang="en-US" sz="3200" dirty="0" err="1"/>
              <a:t>coche</a:t>
            </a:r>
            <a:r>
              <a:rPr lang="en-US" sz="3200" dirty="0"/>
              <a:t>?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¿Distancia de seguridad con el de </a:t>
            </a:r>
            <a:r>
              <a:rPr lang="en-US" sz="3600" dirty="0" err="1"/>
              <a:t>delante</a:t>
            </a:r>
            <a:r>
              <a:rPr lang="en-US" sz="3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22364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53341-C801-0D79-D7B7-8199AFE5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9DC26-E606-0DE7-364E-8170F6E6D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" dirty="0"/>
              <a:t>NÚMERO DE PERFILES, CARACTERÍSTICAS Y PECULIARIDADES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FB5D7-0900-5DC8-F1F3-1602DEA1B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7225"/>
            <a:ext cx="10515600" cy="4565650"/>
          </a:xfrm>
        </p:spPr>
        <p:txBody>
          <a:bodyPr>
            <a:normAutofit/>
          </a:bodyPr>
          <a:lstStyle/>
          <a:p>
            <a:pPr algn="just"/>
            <a:r>
              <a:rPr lang="es-ES" sz="4000" dirty="0"/>
              <a:t>NORMAL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Tipo de </a:t>
            </a:r>
            <a:r>
              <a:rPr lang="es-ES" sz="3600" dirty="0"/>
              <a:t>frenada</a:t>
            </a:r>
            <a:endParaRPr lang="en-US" sz="3600" dirty="0"/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 err="1"/>
              <a:t>Ajustada</a:t>
            </a:r>
            <a:r>
              <a:rPr lang="en-US" sz="3200" dirty="0"/>
              <a:t> a la </a:t>
            </a:r>
            <a:r>
              <a:rPr lang="en-US" sz="3200" dirty="0" err="1"/>
              <a:t>vía</a:t>
            </a:r>
            <a:r>
              <a:rPr lang="en-US" sz="3200" dirty="0"/>
              <a:t> y al </a:t>
            </a:r>
            <a:r>
              <a:rPr lang="en-US" sz="3200" dirty="0" err="1"/>
              <a:t>entorno</a:t>
            </a:r>
            <a:endParaRPr lang="en-US" sz="3200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/>
              <a:t>¿</a:t>
            </a:r>
            <a:r>
              <a:rPr lang="es-ES" sz="3600" dirty="0"/>
              <a:t>Adelantará</a:t>
            </a:r>
            <a:r>
              <a:rPr lang="en-US" sz="3600" dirty="0"/>
              <a:t>?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s-PR" sz="3200" dirty="0"/>
              <a:t>En discontinua, distancia de seguridad y si</a:t>
            </a:r>
            <a:r>
              <a:rPr lang="en-US" sz="3200" dirty="0"/>
              <a:t> </a:t>
            </a:r>
            <a:r>
              <a:rPr lang="es-ES" sz="3200" dirty="0"/>
              <a:t>viene</a:t>
            </a:r>
            <a:r>
              <a:rPr lang="en-US" sz="3200" dirty="0"/>
              <a:t> un coche de </a:t>
            </a:r>
            <a:r>
              <a:rPr lang="es-ES" sz="3200" dirty="0"/>
              <a:t>frente</a:t>
            </a:r>
            <a:r>
              <a:rPr lang="en-US" sz="3200" dirty="0"/>
              <a:t> que sea </a:t>
            </a:r>
            <a:r>
              <a:rPr lang="en-US" sz="3200" dirty="0" err="1"/>
              <a:t>lejos</a:t>
            </a:r>
            <a:endParaRPr lang="en-US" sz="3200" dirty="0"/>
          </a:p>
          <a:p>
            <a:pPr marL="1371600" lvl="2" indent="-457200" algn="just">
              <a:buFont typeface="+mj-lt"/>
              <a:buAutoNum type="arabicPeriod"/>
            </a:pPr>
            <a:r>
              <a:rPr lang="en-US" sz="3200" dirty="0" err="1"/>
              <a:t>Velocidad</a:t>
            </a:r>
            <a:r>
              <a:rPr lang="en-US" sz="3200" dirty="0"/>
              <a:t> </a:t>
            </a:r>
            <a:r>
              <a:rPr lang="en-US" sz="3200" dirty="0" err="1"/>
              <a:t>adaptada</a:t>
            </a:r>
            <a:r>
              <a:rPr lang="en-US" sz="3200" dirty="0"/>
              <a:t> a la </a:t>
            </a:r>
            <a:r>
              <a:rPr lang="en-US" sz="3200" dirty="0" err="1"/>
              <a:t>vía</a:t>
            </a:r>
            <a:endParaRPr lang="en-US" sz="3200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3600" dirty="0" err="1"/>
              <a:t>Distancia</a:t>
            </a:r>
            <a:r>
              <a:rPr lang="en-US" sz="3600" dirty="0"/>
              <a:t> de </a:t>
            </a:r>
            <a:r>
              <a:rPr lang="en-US" sz="3600" dirty="0" err="1"/>
              <a:t>seguridad</a:t>
            </a:r>
            <a:r>
              <a:rPr lang="en-US" sz="3600" dirty="0"/>
              <a:t> </a:t>
            </a:r>
            <a:r>
              <a:rPr lang="en-US" sz="3600" dirty="0" err="1"/>
              <a:t>regulada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566345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D55CD-C7C4-6225-AED4-FB866EEE9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67F26-53F7-0074-9796-52023EE25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6"/>
            <a:ext cx="10515600" cy="1325563"/>
          </a:xfrm>
        </p:spPr>
        <p:txBody>
          <a:bodyPr/>
          <a:lstStyle/>
          <a:p>
            <a:pPr algn="just"/>
            <a:r>
              <a:rPr lang="es-ES" dirty="0"/>
              <a:t>INPUTS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21CA4-C504-508C-4478-0A79ADA6A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65569"/>
            <a:ext cx="10591800" cy="526891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s-ES" sz="3200" dirty="0"/>
              <a:t>COMPARTIDOS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800" dirty="0" err="1"/>
              <a:t>Ubicación</a:t>
            </a:r>
            <a:r>
              <a:rPr lang="en-US" sz="2800" dirty="0"/>
              <a:t>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/>
              <a:t>Actual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 err="1"/>
              <a:t>Siguientes</a:t>
            </a:r>
            <a:r>
              <a:rPr lang="en-US" sz="2400" dirty="0"/>
              <a:t> puntos del path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800" dirty="0" err="1"/>
              <a:t>Rotación</a:t>
            </a:r>
            <a:r>
              <a:rPr lang="en-US" sz="2800" dirty="0"/>
              <a:t> actual</a:t>
            </a:r>
            <a:endParaRPr lang="en-US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2800" dirty="0" err="1"/>
              <a:t>Distancias</a:t>
            </a:r>
            <a:r>
              <a:rPr lang="en-US" sz="2800" dirty="0"/>
              <a:t>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 err="1"/>
              <a:t>Obstáculo</a:t>
            </a:r>
            <a:r>
              <a:rPr lang="en-US" sz="2400" dirty="0"/>
              <a:t> frontal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 err="1"/>
              <a:t>Trasero</a:t>
            </a:r>
            <a:endParaRPr lang="en-US" sz="2400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2800" dirty="0"/>
              <a:t>Tipo de </a:t>
            </a:r>
            <a:r>
              <a:rPr lang="en-US" sz="2800" dirty="0" err="1"/>
              <a:t>obstáculo</a:t>
            </a:r>
            <a:r>
              <a:rPr lang="en-US" sz="2800" dirty="0"/>
              <a:t>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/>
              <a:t>Coche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 err="1"/>
              <a:t>Semáforo</a:t>
            </a:r>
            <a:r>
              <a:rPr lang="en-US" sz="2400" dirty="0"/>
              <a:t> (Y SU ESTADO)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/>
              <a:t>Ceda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/>
              <a:t>Stop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800" dirty="0" err="1"/>
              <a:t>Existencia</a:t>
            </a:r>
            <a:r>
              <a:rPr lang="en-US" sz="2800" dirty="0"/>
              <a:t> de </a:t>
            </a:r>
            <a:r>
              <a:rPr lang="en-US" sz="2800" dirty="0" err="1"/>
              <a:t>carril</a:t>
            </a:r>
            <a:r>
              <a:rPr lang="en-US" sz="2800" dirty="0"/>
              <a:t> </a:t>
            </a:r>
            <a:r>
              <a:rPr lang="en-US" sz="2800" dirty="0" err="1"/>
              <a:t>izquierdo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1737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60850-C66A-AC9A-1E3B-9522D37EC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3B397-E474-9AD1-2777-FCF58D1AD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6"/>
            <a:ext cx="10515600" cy="1325563"/>
          </a:xfrm>
        </p:spPr>
        <p:txBody>
          <a:bodyPr/>
          <a:lstStyle/>
          <a:p>
            <a:pPr algn="just"/>
            <a:r>
              <a:rPr lang="es-ES" dirty="0"/>
              <a:t>INPUTS MODELO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67BE5-9647-013F-D9B8-F378A2CD9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365569"/>
            <a:ext cx="10591800" cy="5268911"/>
          </a:xfrm>
        </p:spPr>
        <p:txBody>
          <a:bodyPr>
            <a:normAutofit lnSpcReduction="10000"/>
          </a:bodyPr>
          <a:lstStyle/>
          <a:p>
            <a:pPr algn="just"/>
            <a:r>
              <a:rPr lang="es-ES" sz="3600" dirty="0"/>
              <a:t>ÚNICOS (PARA NORMAL E INSEGURO):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3200" dirty="0"/>
              <a:t>Normal: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800" dirty="0"/>
              <a:t>Tipo de </a:t>
            </a:r>
            <a:r>
              <a:rPr lang="en-US" sz="2800" dirty="0" err="1"/>
              <a:t>vía</a:t>
            </a:r>
            <a:r>
              <a:rPr lang="en-US" sz="2800" dirty="0"/>
              <a:t>: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dirty="0" err="1"/>
              <a:t>Rápida</a:t>
            </a:r>
            <a:endParaRPr lang="en-US" sz="2400" dirty="0"/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dirty="0"/>
              <a:t>Urbana</a:t>
            </a:r>
            <a:endParaRPr lang="en-US" sz="2800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3200" dirty="0" err="1"/>
              <a:t>Inseguro</a:t>
            </a:r>
            <a:r>
              <a:rPr lang="en-US" sz="3200" dirty="0"/>
              <a:t>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400" dirty="0"/>
              <a:t>Tipo de </a:t>
            </a:r>
            <a:r>
              <a:rPr lang="en-US" sz="2400" dirty="0" err="1"/>
              <a:t>carril</a:t>
            </a:r>
            <a:r>
              <a:rPr lang="en-US" sz="2400" dirty="0"/>
              <a:t> Izquierdo: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000" dirty="0" err="1"/>
              <a:t>Sentido</a:t>
            </a:r>
            <a:r>
              <a:rPr lang="en-US" sz="2000" dirty="0"/>
              <a:t> </a:t>
            </a:r>
            <a:r>
              <a:rPr lang="en-US" sz="2000" dirty="0" err="1"/>
              <a:t>contrario</a:t>
            </a:r>
            <a:endParaRPr lang="en-US" sz="2000" dirty="0"/>
          </a:p>
          <a:p>
            <a:pPr marL="1828800" lvl="3" indent="-457200" algn="just">
              <a:buFont typeface="+mj-lt"/>
              <a:buAutoNum type="arabicPeriod"/>
            </a:pPr>
            <a:r>
              <a:rPr lang="en-US" sz="2000" dirty="0" err="1"/>
              <a:t>Mismo</a:t>
            </a:r>
            <a:r>
              <a:rPr lang="en-US" sz="2000" dirty="0"/>
              <a:t> </a:t>
            </a:r>
            <a:r>
              <a:rPr lang="en-US" sz="2000" dirty="0" err="1"/>
              <a:t>sentido</a:t>
            </a:r>
            <a:endParaRPr lang="en-US" sz="2000" dirty="0"/>
          </a:p>
          <a:p>
            <a:pPr marL="914400" lvl="1" indent="-457200" algn="just">
              <a:buFont typeface="+mj-lt"/>
              <a:buAutoNum type="arabicPeriod"/>
            </a:pPr>
            <a:r>
              <a:rPr lang="en-US" sz="3200" dirty="0"/>
              <a:t>Normal e </a:t>
            </a:r>
            <a:r>
              <a:rPr lang="en-US" sz="3200" dirty="0" err="1"/>
              <a:t>Inseguro</a:t>
            </a:r>
            <a:r>
              <a:rPr lang="en-US" sz="3200" dirty="0"/>
              <a:t>:</a:t>
            </a:r>
          </a:p>
          <a:p>
            <a:pPr marL="1371600" lvl="2" indent="-457200" algn="just">
              <a:buFont typeface="+mj-lt"/>
              <a:buAutoNum type="arabicPeriod"/>
            </a:pPr>
            <a:r>
              <a:rPr lang="en-US" sz="2800" dirty="0"/>
              <a:t>Tipo de </a:t>
            </a:r>
            <a:r>
              <a:rPr lang="en-US" sz="2800" dirty="0" err="1"/>
              <a:t>línea</a:t>
            </a:r>
            <a:r>
              <a:rPr lang="en-US" sz="2800" dirty="0"/>
              <a:t>: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dirty="0"/>
              <a:t>Continua</a:t>
            </a:r>
          </a:p>
          <a:p>
            <a:pPr marL="1828800" lvl="3" indent="-457200" algn="just">
              <a:buFont typeface="+mj-lt"/>
              <a:buAutoNum type="arabicPeriod"/>
            </a:pPr>
            <a:r>
              <a:rPr lang="en-US" sz="2400" dirty="0" err="1"/>
              <a:t>Discontinua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593385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513F5-A4E9-68BD-AA67-B339B57A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4E9D8-81A6-0B7B-063E-832391E9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006"/>
            <a:ext cx="10515600" cy="1325563"/>
          </a:xfrm>
        </p:spPr>
        <p:txBody>
          <a:bodyPr/>
          <a:lstStyle/>
          <a:p>
            <a:pPr algn="just"/>
            <a:r>
              <a:rPr lang="es-ES" dirty="0"/>
              <a:t>SALIDAS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F2DAFC-833C-09CB-F079-D334E23E6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" y="1414304"/>
            <a:ext cx="10591800" cy="4029391"/>
          </a:xfrm>
        </p:spPr>
        <p:txBody>
          <a:bodyPr>
            <a:normAutofit/>
          </a:bodyPr>
          <a:lstStyle/>
          <a:p>
            <a:pPr algn="just"/>
            <a:r>
              <a:rPr lang="es-ES" sz="3600" dirty="0"/>
              <a:t>VALOR ROTACIÓN</a:t>
            </a:r>
          </a:p>
          <a:p>
            <a:pPr algn="just"/>
            <a:r>
              <a:rPr lang="es-ES" sz="3600" dirty="0"/>
              <a:t>VALOR ACELERACIÓN</a:t>
            </a:r>
          </a:p>
          <a:p>
            <a:pPr algn="just"/>
            <a:r>
              <a:rPr lang="es-ES" sz="3600" dirty="0"/>
              <a:t>VALOR FRENADA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27862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280</Words>
  <Application>Microsoft Office PowerPoint</Application>
  <PresentationFormat>Panorámica</PresentationFormat>
  <Paragraphs>67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Modelo IA Vehículos Y Perfiles Reunión Planificadora</vt:lpstr>
      <vt:lpstr>PUNTOS POR TRATAR:</vt:lpstr>
      <vt:lpstr>NÚMERO DE PERFILES, CARACTERÍSTICAS Y PECULIARIDADES</vt:lpstr>
      <vt:lpstr>NÚMERO DE PERFILES, CARACTERÍSTICAS Y PECULIARIDADES</vt:lpstr>
      <vt:lpstr>NÚMERO DE PERFILES, CARACTERÍSTICAS Y PECULIARIDADES</vt:lpstr>
      <vt:lpstr>INPUTS MODELO</vt:lpstr>
      <vt:lpstr>INPUTS MODELO</vt:lpstr>
      <vt:lpstr>SALIDAS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Becario</dc:creator>
  <cp:lastModifiedBy>Becario</cp:lastModifiedBy>
  <cp:revision>4</cp:revision>
  <dcterms:created xsi:type="dcterms:W3CDTF">2025-12-17T08:46:07Z</dcterms:created>
  <dcterms:modified xsi:type="dcterms:W3CDTF">2025-12-17T12:53:41Z</dcterms:modified>
</cp:coreProperties>
</file>